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9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94660"/>
  </p:normalViewPr>
  <p:slideViewPr>
    <p:cSldViewPr snapToGrid="0" snapToObjects="1">
      <p:cViewPr>
        <p:scale>
          <a:sx n="68" d="100"/>
          <a:sy n="68" d="100"/>
        </p:scale>
        <p:origin x="54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187" y="192024"/>
            <a:ext cx="1143000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1234440"/>
            <a:ext cx="9144000" cy="11430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2900" b="1">
                <a:solidFill>
                  <a:srgbClr val="193052"/>
                </a:solidFill>
                <a:latin typeface="Aptos"/>
              </a:rPr>
              <a:t>Linux Task – Automation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267712"/>
            <a:ext cx="3566160" cy="64008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2423160"/>
            <a:ext cx="7223760" cy="384048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600" b="1">
                <a:solidFill>
                  <a:srgbClr val="5A646E"/>
                </a:solidFill>
                <a:latin typeface="Aptos"/>
              </a:rPr>
              <a:t>Linux Automation &amp; System Administration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63240"/>
            <a:ext cx="9144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310128"/>
            <a:ext cx="1828800" cy="256032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l"/>
            <a:r>
              <a:rPr sz="1300" b="1">
                <a:solidFill>
                  <a:srgbClr val="B71419"/>
                </a:solidFill>
                <a:latin typeface="Aptos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50791"/>
            <a:ext cx="3840480" cy="292608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l"/>
            <a:r>
              <a:rPr sz="1350" b="0">
                <a:solidFill>
                  <a:srgbClr val="232D3C"/>
                </a:solidFill>
                <a:latin typeface="Aptos"/>
              </a:rPr>
              <a:t>• Deekshitha — 2510080059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61688"/>
            <a:ext cx="3840480" cy="292608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l"/>
            <a:r>
              <a:rPr sz="1350" b="0">
                <a:solidFill>
                  <a:srgbClr val="232D3C"/>
                </a:solidFill>
                <a:latin typeface="Aptos"/>
              </a:rPr>
              <a:t>• SravanaLakshmi — 2510080065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3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4050791"/>
            <a:ext cx="3840480" cy="292608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l"/>
            <a:r>
              <a:rPr sz="1350" b="0">
                <a:solidFill>
                  <a:srgbClr val="232D3C"/>
                </a:solidFill>
                <a:latin typeface="Aptos"/>
              </a:rPr>
              <a:t>• Arshitha — 2510080063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361688"/>
            <a:ext cx="3840480" cy="292608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l"/>
            <a:r>
              <a:rPr sz="1350" b="0">
                <a:solidFill>
                  <a:srgbClr val="232D3C"/>
                </a:solidFill>
                <a:latin typeface="Aptos"/>
              </a:rPr>
              <a:t>• Tanu Sri — 2510080020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230368"/>
            <a:ext cx="4389120" cy="310896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500" b="1">
                <a:solidFill>
                  <a:srgbClr val="193052"/>
                </a:solidFill>
                <a:latin typeface="Aptos"/>
              </a:rPr>
              <a:t>Faculty: Kalpana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559552"/>
            <a:ext cx="6035040" cy="438912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150" b="0">
                <a:solidFill>
                  <a:srgbClr val="5A646E"/>
                </a:solidFill>
                <a:latin typeface="Aptos"/>
              </a:rPr>
              <a:t>Department of Artificial Intelligence &amp; Data Science
KL Deemed to be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Why reliable Linux task automation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01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808" y="206728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2084" y="1226632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64008" cy="1874519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498658"/>
            <a:ext cx="502920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1848"/>
            <a:ext cx="5029200" cy="1056904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600" dirty="0">
                <a:solidFill>
                  <a:srgbClr val="232D3C"/>
                </a:solidFill>
                <a:latin typeface="Aptos"/>
              </a:rPr>
              <a:t>Linux systems involve repetitive tasks such as backups, file cleanup, scheduled scripts and process checks. Performing them manually can consume time and lead to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234439"/>
            <a:ext cx="5349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234440"/>
            <a:ext cx="64008" cy="196596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6436" y="1531620"/>
            <a:ext cx="502920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Need for the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99811"/>
            <a:ext cx="5029200" cy="81068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600" dirty="0">
                <a:solidFill>
                  <a:srgbClr val="232D3C"/>
                </a:solidFill>
                <a:latin typeface="Aptos"/>
              </a:rPr>
              <a:t>A centralized automation platform can schedule, execute and monitor routine Linux tasks consistently with less manual effort.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56432"/>
            <a:ext cx="1828800" cy="365760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512841"/>
            <a:ext cx="1536192" cy="216367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Aptos"/>
              </a:rPr>
              <a:t>PROJECT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21" y="3967538"/>
            <a:ext cx="10652760" cy="1080910"/>
          </a:xfrm>
          <a:prstGeom prst="rect">
            <a:avLst/>
          </a:prstGeom>
          <a:noFill/>
        </p:spPr>
        <p:txBody>
          <a:bodyPr wrap="square" lIns="73152" tIns="47548" rIns="73152" bIns="47548" anchor="ctr">
            <a:spAutoFit/>
          </a:bodyPr>
          <a:lstStyle/>
          <a:p>
            <a:r>
              <a:rPr sz="1600" dirty="0">
                <a:solidFill>
                  <a:srgbClr val="232D3C"/>
                </a:solidFill>
                <a:latin typeface="Aptos"/>
              </a:rPr>
              <a:t>• Automate repetitive Linux commands and scripts.</a:t>
            </a:r>
          </a:p>
          <a:p>
            <a:r>
              <a:rPr sz="1600" dirty="0">
                <a:solidFill>
                  <a:srgbClr val="232D3C"/>
                </a:solidFill>
                <a:latin typeface="Aptos"/>
              </a:rPr>
              <a:t>• Schedule tasks using </a:t>
            </a:r>
            <a:r>
              <a:rPr sz="1600" dirty="0" err="1">
                <a:solidFill>
                  <a:srgbClr val="232D3C"/>
                </a:solidFill>
                <a:latin typeface="Aptos"/>
              </a:rPr>
              <a:t>cron</a:t>
            </a:r>
            <a:r>
              <a:rPr sz="1600" dirty="0">
                <a:solidFill>
                  <a:srgbClr val="232D3C"/>
                </a:solidFill>
                <a:latin typeface="Aptos"/>
              </a:rPr>
              <a:t> or </a:t>
            </a:r>
            <a:r>
              <a:rPr sz="1600" dirty="0" err="1">
                <a:solidFill>
                  <a:srgbClr val="232D3C"/>
                </a:solidFill>
                <a:latin typeface="Aptos"/>
              </a:rPr>
              <a:t>systemd</a:t>
            </a:r>
            <a:r>
              <a:rPr sz="1600" dirty="0">
                <a:solidFill>
                  <a:srgbClr val="232D3C"/>
                </a:solidFill>
                <a:latin typeface="Aptos"/>
              </a:rPr>
              <a:t> timers.</a:t>
            </a:r>
          </a:p>
          <a:p>
            <a:r>
              <a:rPr sz="1600" dirty="0">
                <a:solidFill>
                  <a:srgbClr val="232D3C"/>
                </a:solidFill>
                <a:latin typeface="Aptos"/>
              </a:rPr>
              <a:t>• Monitor execution status, output and failures.</a:t>
            </a:r>
          </a:p>
          <a:p>
            <a:r>
              <a:rPr sz="1600" dirty="0">
                <a:solidFill>
                  <a:srgbClr val="232D3C"/>
                </a:solidFill>
                <a:latin typeface="Aptos"/>
              </a:rPr>
              <a:t>• Maintain logs and provide clear task reports</a:t>
            </a:r>
            <a:r>
              <a:rPr sz="1350" dirty="0">
                <a:solidFill>
                  <a:srgbClr val="232D3C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The core problem addressed by the automation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1008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10835640" cy="1234440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10378440" cy="9601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Given a Linux task and its execution requirements, automate the task reliably, schedule it when required, monitor its result and record useful execution information without repeated manual intervention.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7180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971800"/>
            <a:ext cx="64008" cy="196596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216712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rPr sz="1300" b="1">
                <a:solidFill>
                  <a:srgbClr val="193052"/>
                </a:solidFill>
                <a:latin typeface="Aptos"/>
              </a:rPr>
              <a:t>Manual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93592"/>
            <a:ext cx="2167128" cy="10789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1120" b="0">
                <a:solidFill>
                  <a:srgbClr val="232D3C"/>
                </a:solidFill>
                <a:latin typeface="Aptos"/>
              </a:rPr>
              <a:t>Routine commands are repeatedly entered by users, increasing effort and the chance of mistakes.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97180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2971800"/>
            <a:ext cx="64008" cy="196596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3127248"/>
            <a:ext cx="216712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rPr sz="1300" b="1">
                <a:solidFill>
                  <a:srgbClr val="193052"/>
                </a:solidFill>
                <a:latin typeface="Aptos"/>
              </a:rPr>
              <a:t>Scheduling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93592"/>
            <a:ext cx="2167128" cy="10789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1120" b="0">
                <a:solidFill>
                  <a:srgbClr val="232D3C"/>
                </a:solidFill>
                <a:latin typeface="Aptos"/>
              </a:rPr>
              <a:t>Tasks need reliable recurring or one-time schedules.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7180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971800"/>
            <a:ext cx="64008" cy="1965960"/>
          </a:xfrm>
          <a:prstGeom prst="rect">
            <a:avLst/>
          </a:prstGeom>
          <a:solidFill>
            <a:srgbClr val="D3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127248"/>
            <a:ext cx="216712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rPr sz="1300" b="1">
                <a:solidFill>
                  <a:srgbClr val="193052"/>
                </a:solidFill>
                <a:latin typeface="Aptos"/>
              </a:rPr>
              <a:t>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93592"/>
            <a:ext cx="2167128" cy="10789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1120" b="0">
                <a:solidFill>
                  <a:srgbClr val="232D3C"/>
                </a:solidFill>
                <a:latin typeface="Aptos"/>
              </a:rPr>
              <a:t>Users need task status, output, errors and execution history.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297180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59" y="2971800"/>
            <a:ext cx="64008" cy="1965960"/>
          </a:xfrm>
          <a:prstGeom prst="rect">
            <a:avLst/>
          </a:prstGeom>
          <a:solidFill>
            <a:srgbClr val="30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39" y="3127248"/>
            <a:ext cx="216712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rPr sz="1300" b="1">
                <a:solidFill>
                  <a:srgbClr val="193052"/>
                </a:solidFill>
                <a:latin typeface="Aptos"/>
              </a:rPr>
              <a:t>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593592"/>
            <a:ext cx="2167128" cy="10789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1120" b="0">
                <a:solidFill>
                  <a:srgbClr val="232D3C"/>
                </a:solidFill>
                <a:latin typeface="Aptos"/>
              </a:rPr>
              <a:t>Failures should be logged and surfaced clearly for quick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6228"/>
            <a:ext cx="8321040" cy="279768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Main goals and expected outcomes</a:t>
            </a:r>
            <a:r>
              <a:rPr lang="en-US" sz="1350" dirty="0">
                <a:solidFill>
                  <a:srgbClr val="232D3C"/>
                </a:solidFill>
                <a:latin typeface="Aptos"/>
              </a:rPr>
              <a:t>                                                                                                                                          </a:t>
            </a:r>
            <a:endParaRPr sz="1350" dirty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32742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10835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1362456"/>
            <a:ext cx="475488" cy="47548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1467612"/>
            <a:ext cx="2148840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Task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325880"/>
            <a:ext cx="7360920" cy="566928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Automate common Linux commands and shell scripts.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03704"/>
            <a:ext cx="10835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" y="2331720"/>
            <a:ext cx="475488" cy="47548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2432304"/>
            <a:ext cx="2148840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Task Scheduling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2067"/>
            <a:ext cx="7360920" cy="566928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Schedule recurring or one-time jobs using </a:t>
            </a:r>
            <a:r>
              <a:rPr sz="1350" dirty="0" err="1">
                <a:solidFill>
                  <a:srgbClr val="232D3C"/>
                </a:solidFill>
                <a:latin typeface="Aptos"/>
              </a:rPr>
              <a:t>cron</a:t>
            </a:r>
            <a:r>
              <a:rPr sz="1350" dirty="0">
                <a:solidFill>
                  <a:srgbClr val="232D3C"/>
                </a:solidFill>
                <a:latin typeface="Aptos"/>
              </a:rPr>
              <a:t> or </a:t>
            </a:r>
            <a:r>
              <a:rPr sz="1350" dirty="0" err="1">
                <a:solidFill>
                  <a:srgbClr val="232D3C"/>
                </a:solidFill>
                <a:latin typeface="Aptos"/>
              </a:rPr>
              <a:t>systemd</a:t>
            </a:r>
            <a:r>
              <a:rPr sz="1350" dirty="0">
                <a:solidFill>
                  <a:srgbClr val="232D3C"/>
                </a:solidFill>
                <a:latin typeface="Aptos"/>
              </a:rPr>
              <a:t> timers.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72968"/>
            <a:ext cx="10835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" y="3300984"/>
            <a:ext cx="475488" cy="47548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3401568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430320"/>
            <a:ext cx="2148840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Execution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255264"/>
            <a:ext cx="7360920" cy="566928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Track running, completed and failed tasks with execution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51376"/>
            <a:ext cx="10835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8" y="4270248"/>
            <a:ext cx="475488" cy="47548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37083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4407408"/>
            <a:ext cx="2148840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Logging &amp;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270248"/>
            <a:ext cx="7360920" cy="566928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Store task output, errors and execution history in readable logs.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11496"/>
            <a:ext cx="10835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1248" y="5239512"/>
            <a:ext cx="475488" cy="47548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5340096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2184" y="5328878"/>
            <a:ext cx="2148840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Reliable &amp; Extensible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184648"/>
            <a:ext cx="7360920" cy="566928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Provide a foundation for notifications, retries and additional automation modules.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Existing Linux automation approaches and their practical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56766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2148840" cy="502920"/>
          </a:xfrm>
          <a:prstGeom prst="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362456"/>
            <a:ext cx="1929384" cy="201168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34440"/>
            <a:ext cx="3794760" cy="502920"/>
          </a:xfrm>
          <a:prstGeom prst="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1362456"/>
            <a:ext cx="3575304" cy="201168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Core idea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234440"/>
            <a:ext cx="4617720" cy="502920"/>
          </a:xfrm>
          <a:prstGeom prst="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7688" y="1362456"/>
            <a:ext cx="4398264" cy="201168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Limitation for automation 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737360"/>
            <a:ext cx="2148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1856231"/>
            <a:ext cx="192938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 b="1">
                <a:solidFill>
                  <a:srgbClr val="232D3C"/>
                </a:solidFill>
                <a:latin typeface="Aptos"/>
              </a:rPr>
              <a:t>Manual Shell 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737360"/>
            <a:ext cx="3794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2928" y="1856231"/>
            <a:ext cx="357530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User runs commands manually whenever a task is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737360"/>
            <a:ext cx="46177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1856231"/>
            <a:ext cx="439826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Time-consuming and prone to human error.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670048"/>
            <a:ext cx="2148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2788920"/>
            <a:ext cx="192938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 b="1">
                <a:solidFill>
                  <a:srgbClr val="232D3C"/>
                </a:solidFill>
                <a:latin typeface="Aptos"/>
              </a:rPr>
              <a:t>Cron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670048"/>
            <a:ext cx="3794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52928" y="2788920"/>
            <a:ext cx="357530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Runs commands automatically at defined times or intervals.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670048"/>
            <a:ext cx="46177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7688" y="2788920"/>
            <a:ext cx="439826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Less convenient for complex dependencies and service-style monitoring.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602736"/>
            <a:ext cx="2148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3721608"/>
            <a:ext cx="192938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 b="1">
                <a:solidFill>
                  <a:srgbClr val="232D3C"/>
                </a:solidFill>
                <a:latin typeface="Aptos"/>
              </a:rPr>
              <a:t>Systemd Timers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602736"/>
            <a:ext cx="3794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52928" y="3721608"/>
            <a:ext cx="357530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Schedules systemd services with calendar or elapsed-time triggers.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602736"/>
            <a:ext cx="46177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7688" y="3721608"/>
            <a:ext cx="439826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Requires systemd configuration and more setup knowledge.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535424"/>
            <a:ext cx="2148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" y="4654296"/>
            <a:ext cx="192938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 b="1">
                <a:solidFill>
                  <a:srgbClr val="232D3C"/>
                </a:solidFill>
                <a:latin typeface="Aptos"/>
              </a:rPr>
              <a:t>Automation Platform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535424"/>
            <a:ext cx="3794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52928" y="4654296"/>
            <a:ext cx="357530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Combines scheduling, execution, monitoring and logging in one workflow.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4535424"/>
            <a:ext cx="46177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47688" y="4654296"/>
            <a:ext cx="4398264" cy="7132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250">
                <a:solidFill>
                  <a:srgbClr val="232D3C"/>
                </a:solidFill>
                <a:latin typeface="Aptos"/>
              </a:rPr>
              <a:t>Needs secure command handling and access control.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596128"/>
            <a:ext cx="10561320" cy="512064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742432"/>
            <a:ext cx="10195560" cy="292608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 b="1">
                <a:solidFill>
                  <a:srgbClr val="193052"/>
                </a:solidFill>
                <a:latin typeface="Aptos"/>
              </a:rPr>
              <a:t>Project choice: A unified Linux automation platform is used to combine scheduling, execution, monitoring and logging in one workflow.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Overview and key features of the Linux automation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936" y="197961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64008" cy="160020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306324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306324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Task name, command/script and schedule supplied by the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2344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234440"/>
            <a:ext cx="64008" cy="160020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371600"/>
            <a:ext cx="306324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pPr algn="l"/>
            <a:r>
              <a:rPr sz="1550" b="1">
                <a:solidFill>
                  <a:srgbClr val="193052"/>
                </a:solidFill>
                <a:latin typeface="Aptos"/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737360"/>
            <a:ext cx="306324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Validate the task, register its schedule and trigger execution automatically.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2344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0456" y="1234440"/>
            <a:ext cx="64008" cy="1600200"/>
          </a:xfrm>
          <a:prstGeom prst="rect">
            <a:avLst/>
          </a:prstGeom>
          <a:solidFill>
            <a:srgbClr val="D3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03336" y="1371600"/>
            <a:ext cx="306324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pPr algn="l"/>
            <a:r>
              <a:rPr sz="1550" b="1">
                <a:solidFill>
                  <a:srgbClr val="193052"/>
                </a:solidFill>
                <a:latin typeface="Apto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1737360"/>
            <a:ext cx="306324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Capture exit status, standard output, errors, execution time and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273552"/>
            <a:ext cx="1828800" cy="365760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355848"/>
            <a:ext cx="1609344" cy="164592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KEY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079" y="3946156"/>
            <a:ext cx="5486400" cy="1279119"/>
          </a:xfrm>
          <a:prstGeom prst="rect">
            <a:avLst/>
          </a:prstGeom>
          <a:noFill/>
        </p:spPr>
        <p:txBody>
          <a:bodyPr wrap="square" lIns="36576" tIns="23774" rIns="36576" bIns="23774" anchor="ctr">
            <a:spAutoFit/>
          </a:bodyPr>
          <a:lstStyle/>
          <a:p>
            <a:r>
              <a:rPr sz="1600" dirty="0">
                <a:solidFill>
                  <a:srgbClr val="232D3C"/>
                </a:solidFill>
                <a:latin typeface="Aptos"/>
              </a:rPr>
              <a:t>• Automated recurring and one-time Linux tasks.</a:t>
            </a:r>
          </a:p>
          <a:p>
            <a:r>
              <a:rPr sz="1600" dirty="0">
                <a:solidFill>
                  <a:srgbClr val="232D3C"/>
                </a:solidFill>
                <a:latin typeface="Aptos"/>
              </a:rPr>
              <a:t>• Cron/</a:t>
            </a:r>
            <a:r>
              <a:rPr sz="1600" dirty="0" err="1">
                <a:solidFill>
                  <a:srgbClr val="232D3C"/>
                </a:solidFill>
                <a:latin typeface="Aptos"/>
              </a:rPr>
              <a:t>systemd</a:t>
            </a:r>
            <a:r>
              <a:rPr sz="1600" dirty="0">
                <a:solidFill>
                  <a:srgbClr val="232D3C"/>
                </a:solidFill>
                <a:latin typeface="Aptos"/>
              </a:rPr>
              <a:t>-based scheduling.</a:t>
            </a:r>
          </a:p>
          <a:p>
            <a:r>
              <a:rPr sz="1600" dirty="0">
                <a:solidFill>
                  <a:srgbClr val="232D3C"/>
                </a:solidFill>
                <a:latin typeface="Aptos"/>
              </a:rPr>
              <a:t>• Shell command and script execution.</a:t>
            </a:r>
          </a:p>
          <a:p>
            <a:r>
              <a:rPr sz="1600" dirty="0">
                <a:solidFill>
                  <a:srgbClr val="232D3C"/>
                </a:solidFill>
                <a:latin typeface="Aptos"/>
              </a:rPr>
              <a:t>• Status monitoring and execution logs.</a:t>
            </a:r>
          </a:p>
          <a:p>
            <a:r>
              <a:rPr sz="1600" dirty="0">
                <a:solidFill>
                  <a:srgbClr val="232D3C"/>
                </a:solidFill>
                <a:latin typeface="Aptos"/>
              </a:rPr>
              <a:t>• Structured task history and reports.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71032" y="3566160"/>
            <a:ext cx="4892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87768" y="3896762"/>
            <a:ext cx="438912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Expected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8375" y="4219956"/>
            <a:ext cx="4251960" cy="9601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A practical platform that reduces manual Linux administration by automating task execution, scheduling and monitoring in one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Major components and flow of the proposed automation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90797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2331720"/>
            <a:ext cx="1755648" cy="11704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/>
            <a:r>
              <a:rPr sz="1500" b="1">
                <a:solidFill>
                  <a:srgbClr val="1E3658"/>
                </a:solidFill>
                <a:latin typeface="Aptos"/>
              </a:rPr>
              <a:t>TASK INPUT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373F48"/>
                </a:solidFill>
                <a:latin typeface="Aptos"/>
              </a:rPr>
              <a:t>Task + command
+ schedule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32304" y="2331720"/>
            <a:ext cx="1755648" cy="11704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D5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/>
            <a:r>
              <a:rPr sz="1500" b="1">
                <a:solidFill>
                  <a:srgbClr val="1E3658"/>
                </a:solidFill>
                <a:latin typeface="Aptos"/>
              </a:rPr>
              <a:t>VALIDATION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373F48"/>
                </a:solidFill>
                <a:latin typeface="Aptos"/>
              </a:rPr>
              <a:t>Check command
+ permissions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2331720"/>
            <a:ext cx="1755648" cy="11704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3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/>
            <a:r>
              <a:rPr sz="1500" b="1">
                <a:solidFill>
                  <a:srgbClr val="1E3658"/>
                </a:solidFill>
                <a:latin typeface="Aptos"/>
              </a:rPr>
              <a:t>SCHEDULER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373F48"/>
                </a:solidFill>
                <a:latin typeface="Aptos"/>
              </a:rPr>
              <a:t>Cron / systemd
timer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2331720"/>
            <a:ext cx="1755648" cy="11704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/>
            <a:r>
              <a:rPr sz="1500" b="1">
                <a:solidFill>
                  <a:srgbClr val="1E3658"/>
                </a:solidFill>
                <a:latin typeface="Aptos"/>
              </a:rPr>
              <a:t>EXECUTION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373F48"/>
                </a:solidFill>
                <a:latin typeface="Aptos"/>
              </a:rPr>
              <a:t>Run shell command
/ 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2" y="2331720"/>
            <a:ext cx="1755648" cy="11704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0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/>
            <a:r>
              <a:rPr sz="1500" b="1">
                <a:solidFill>
                  <a:srgbClr val="1E3658"/>
                </a:solidFill>
                <a:latin typeface="Aptos"/>
              </a:rPr>
              <a:t>MONITORING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373F48"/>
                </a:solidFill>
                <a:latin typeface="Aptos"/>
              </a:rPr>
              <a:t>Status + exit code
+ resource 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93808" y="2331720"/>
            <a:ext cx="1755648" cy="11704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D5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/>
            <a:r>
              <a:rPr sz="1500" b="1">
                <a:solidFill>
                  <a:srgbClr val="1E3658"/>
                </a:solidFill>
                <a:latin typeface="Aptos"/>
              </a:rPr>
              <a:t>LOGS &amp; REPORT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373F48"/>
                </a:solidFill>
                <a:latin typeface="Aptos"/>
              </a:rPr>
              <a:t>Logs + history
+ execution report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322576" y="0"/>
            <a:ext cx="109728" cy="0"/>
          </a:xfrm>
          <a:prstGeom prst="line">
            <a:avLst/>
          </a:prstGeom>
          <a:ln w="25400">
            <a:solidFill>
              <a:srgbClr val="1E3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87952" y="0"/>
            <a:ext cx="109728" cy="0"/>
          </a:xfrm>
          <a:prstGeom prst="line">
            <a:avLst/>
          </a:prstGeom>
          <a:ln w="25400">
            <a:solidFill>
              <a:srgbClr val="1E3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53328" y="0"/>
            <a:ext cx="109728" cy="0"/>
          </a:xfrm>
          <a:prstGeom prst="line">
            <a:avLst/>
          </a:prstGeom>
          <a:ln w="25400">
            <a:solidFill>
              <a:srgbClr val="1E3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18704" y="0"/>
            <a:ext cx="109728" cy="0"/>
          </a:xfrm>
          <a:prstGeom prst="line">
            <a:avLst/>
          </a:prstGeom>
          <a:ln w="25400">
            <a:solidFill>
              <a:srgbClr val="1E3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784080" y="0"/>
            <a:ext cx="109728" cy="0"/>
          </a:xfrm>
          <a:prstGeom prst="line">
            <a:avLst/>
          </a:prstGeom>
          <a:ln w="25400">
            <a:solidFill>
              <a:srgbClr val="1E3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2960" y="4069080"/>
            <a:ext cx="10561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E3658"/>
                </a:solidFill>
                <a:latin typeface="Aptos"/>
              </a:rPr>
              <a:t>Task Input  →  Validation  →  Scheduling  →  Execution  →  Monitoring  →  Logs &amp;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Steps followed and automation techniques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6648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7" y="1252587"/>
            <a:ext cx="5257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758952" y="1275588"/>
            <a:ext cx="566928" cy="56692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572768" y="1257159"/>
            <a:ext cx="3977639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Define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1490472"/>
            <a:ext cx="3977639" cy="43891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Enter the task command or script and required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257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19088" y="1308723"/>
            <a:ext cx="566928" cy="566928"/>
          </a:xfrm>
          <a:prstGeom prst="ellipse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41464" y="1292321"/>
            <a:ext cx="3977639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 dirty="0">
                <a:solidFill>
                  <a:srgbClr val="193052"/>
                </a:solidFill>
                <a:latin typeface="Aptos"/>
              </a:rPr>
              <a:t>Validate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1" y="1481328"/>
            <a:ext cx="3977639" cy="43891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 dirty="0">
                <a:solidFill>
                  <a:srgbClr val="232D3C"/>
                </a:solidFill>
                <a:latin typeface="Aptos"/>
              </a:rPr>
              <a:t>Check command format, permissions and required paths.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15768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4671" y="2971800"/>
            <a:ext cx="566928" cy="56692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3127248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2898648"/>
            <a:ext cx="3977639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Schedule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236976"/>
            <a:ext cx="3977639" cy="5029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Register a cron entry or systemd timer.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15768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28232" y="2971800"/>
            <a:ext cx="566928" cy="566928"/>
          </a:xfrm>
          <a:prstGeom prst="ellipse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96328" y="2898648"/>
            <a:ext cx="3977639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Execute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3236976"/>
            <a:ext cx="3977639" cy="5029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Launch the shell command or script at the scheduled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97096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4671" y="4453128"/>
            <a:ext cx="566928" cy="566928"/>
          </a:xfrm>
          <a:prstGeom prst="ellipse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460857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4379976"/>
            <a:ext cx="3977639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Monitor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4718304"/>
            <a:ext cx="3977639" cy="68580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Capture status, output, errors and execution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197096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28232" y="4453128"/>
            <a:ext cx="566928" cy="502920"/>
          </a:xfrm>
          <a:prstGeom prst="ellipse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96328" y="4379976"/>
            <a:ext cx="3977639" cy="256032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Store &amp;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8" y="4718304"/>
            <a:ext cx="3977639" cy="68580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Write logs and update task history for review.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760720"/>
            <a:ext cx="10881360" cy="438912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879592"/>
            <a:ext cx="1056132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Primary techniques: Bash/Python scripting, cron/systemd scheduling, process management, logging and status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Software, scheduling tools and implementation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15872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310896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Scripting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10896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Bash / Python — Task scripts, command execution and automation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64008" cy="160020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39"/>
            <a:ext cx="310896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310896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Cron / systemd timers — Schedule recurring and timed jobs.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3258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325880"/>
            <a:ext cx="64008" cy="1600200"/>
          </a:xfrm>
          <a:prstGeom prst="rect">
            <a:avLst/>
          </a:prstGeom>
          <a:solidFill>
            <a:srgbClr val="D3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463039"/>
            <a:ext cx="310896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310896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Linux Terminal / VS Code — Development, configuration and testing.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429000"/>
            <a:ext cx="64008" cy="1600200"/>
          </a:xfrm>
          <a:prstGeom prst="rect">
            <a:avLst/>
          </a:prstGeom>
          <a:solidFill>
            <a:srgbClr val="30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566160"/>
            <a:ext cx="310896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310896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Task command, script path, schedule and execution parameters.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42900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429000"/>
            <a:ext cx="64008" cy="160020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566160"/>
            <a:ext cx="3108960" cy="274320"/>
          </a:xfrm>
          <a:prstGeom prst="rect">
            <a:avLst/>
          </a:prstGeom>
          <a:noFill/>
        </p:spPr>
        <p:txBody>
          <a:bodyPr wrap="square" lIns="45720" tIns="29718" rIns="45720" bIns="29718" anchor="ctr">
            <a:spAutoFit/>
          </a:bodyPr>
          <a:lstStyle/>
          <a:p>
            <a:r>
              <a:rPr sz="1550" b="1">
                <a:solidFill>
                  <a:srgbClr val="193052"/>
                </a:solidFill>
                <a:latin typeface="Aptos"/>
              </a:rPr>
              <a:t>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31920"/>
            <a:ext cx="310896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Linux-based computer or virtual machine with required user permissions.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42900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3429000"/>
            <a:ext cx="64008" cy="160020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931920"/>
            <a:ext cx="3108960" cy="1170432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Console, log files and task reports — Show status, output and errors.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Major modules and working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6728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64008" cy="1234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371600"/>
            <a:ext cx="4937760" cy="274320"/>
          </a:xfrm>
          <a:prstGeom prst="rect">
            <a:avLst/>
          </a:prstGeom>
          <a:noFill/>
        </p:spPr>
        <p:txBody>
          <a:bodyPr wrap="square" lIns="27432" tIns="15087" rIns="27432" bIns="15087" anchor="ctr">
            <a:spAutoFit/>
          </a:bodyPr>
          <a:lstStyle/>
          <a:p>
            <a:r>
              <a:rPr sz="1350" b="1">
                <a:solidFill>
                  <a:srgbClr val="193052"/>
                </a:solidFill>
                <a:latin typeface="Aptos"/>
              </a:rPr>
              <a:t>Task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737360"/>
            <a:ext cx="4937760" cy="658368"/>
          </a:xfrm>
          <a:prstGeom prst="rect">
            <a:avLst/>
          </a:prstGeom>
          <a:noFill/>
        </p:spPr>
        <p:txBody>
          <a:bodyPr wrap="square" lIns="54864" tIns="30175" rIns="54864" bIns="30175" anchor="t">
            <a:spAutoFit/>
          </a:bodyPr>
          <a:lstStyle/>
          <a:p>
            <a:r>
              <a:rPr sz="1150" b="0">
                <a:solidFill>
                  <a:srgbClr val="232D3C"/>
                </a:solidFill>
                <a:latin typeface="Aptos"/>
              </a:rPr>
              <a:t>Accept task name, command/script and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64008" cy="132588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4937760" cy="274320"/>
          </a:xfrm>
          <a:prstGeom prst="rect">
            <a:avLst/>
          </a:prstGeom>
          <a:noFill/>
        </p:spPr>
        <p:txBody>
          <a:bodyPr wrap="square" lIns="27432" tIns="15087" rIns="27432" bIns="15087" anchor="ctr">
            <a:spAutoFit/>
          </a:bodyPr>
          <a:lstStyle/>
          <a:p>
            <a:r>
              <a:rPr sz="1350" b="1">
                <a:solidFill>
                  <a:srgbClr val="193052"/>
                </a:solidFill>
                <a:latin typeface="Aptos"/>
              </a:rPr>
              <a:t>Scheduler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4937760" cy="658368"/>
          </a:xfrm>
          <a:prstGeom prst="rect">
            <a:avLst/>
          </a:prstGeom>
          <a:noFill/>
        </p:spPr>
        <p:txBody>
          <a:bodyPr wrap="square" lIns="54864" tIns="30175" rIns="54864" bIns="30175" anchor="t">
            <a:spAutoFit/>
          </a:bodyPr>
          <a:lstStyle/>
          <a:p>
            <a:r>
              <a:rPr sz="1150" b="0">
                <a:solidFill>
                  <a:srgbClr val="232D3C"/>
                </a:solidFill>
                <a:latin typeface="Aptos"/>
              </a:rPr>
              <a:t>Register and trigger jobs using cron or systemd timers.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64008" cy="1234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2926080"/>
            <a:ext cx="4937760" cy="329184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rPr sz="1350" b="1">
                <a:solidFill>
                  <a:srgbClr val="193052"/>
                </a:solidFill>
                <a:latin typeface="Aptos"/>
              </a:rPr>
              <a:t>Execution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401568"/>
            <a:ext cx="493776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50" b="0">
                <a:solidFill>
                  <a:srgbClr val="232D3C"/>
                </a:solidFill>
                <a:latin typeface="Aptos"/>
              </a:rPr>
              <a:t>Run shell commands/scripts with controlled permissions.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889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788920"/>
            <a:ext cx="64008" cy="123444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79"/>
            <a:ext cx="4937760" cy="274320"/>
          </a:xfrm>
          <a:prstGeom prst="rect">
            <a:avLst/>
          </a:prstGeom>
          <a:noFill/>
        </p:spPr>
        <p:txBody>
          <a:bodyPr wrap="square" lIns="27432" tIns="15087" rIns="27432" bIns="15087" anchor="ctr">
            <a:spAutoFit/>
          </a:bodyPr>
          <a:lstStyle/>
          <a:p>
            <a:r>
              <a:rPr sz="1350" b="1">
                <a:solidFill>
                  <a:srgbClr val="193052"/>
                </a:solidFill>
                <a:latin typeface="Aptos"/>
              </a:rPr>
              <a:t>Monitoring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91839"/>
            <a:ext cx="4937760" cy="1325880"/>
          </a:xfrm>
          <a:prstGeom prst="rect">
            <a:avLst/>
          </a:prstGeom>
          <a:noFill/>
        </p:spPr>
        <p:txBody>
          <a:bodyPr wrap="square" lIns="54864" tIns="30175" rIns="54864" bIns="30175" anchor="t">
            <a:spAutoFit/>
          </a:bodyPr>
          <a:lstStyle/>
          <a:p>
            <a:r>
              <a:rPr sz="1150" b="0">
                <a:solidFill>
                  <a:srgbClr val="232D3C"/>
                </a:solidFill>
                <a:latin typeface="Aptos"/>
              </a:rPr>
              <a:t>Track process state, exit code and execution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434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343400"/>
            <a:ext cx="64008" cy="658368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4480560"/>
            <a:ext cx="4937760" cy="274320"/>
          </a:xfrm>
          <a:prstGeom prst="rect">
            <a:avLst/>
          </a:prstGeom>
          <a:noFill/>
        </p:spPr>
        <p:txBody>
          <a:bodyPr wrap="square" lIns="27432" tIns="15087" rIns="27432" bIns="15087" anchor="ctr">
            <a:spAutoFit/>
          </a:bodyPr>
          <a:lstStyle/>
          <a:p>
            <a:r>
              <a:rPr sz="1350" b="1">
                <a:solidFill>
                  <a:srgbClr val="193052"/>
                </a:solidFill>
                <a:latin typeface="Aptos"/>
              </a:rPr>
              <a:t>Logging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846320"/>
            <a:ext cx="4937760" cy="658368"/>
          </a:xfrm>
          <a:prstGeom prst="rect">
            <a:avLst/>
          </a:prstGeom>
          <a:noFill/>
        </p:spPr>
        <p:txBody>
          <a:bodyPr wrap="square" lIns="54864" tIns="30175" rIns="54864" bIns="30175" anchor="t">
            <a:spAutoFit/>
          </a:bodyPr>
          <a:lstStyle/>
          <a:p>
            <a:r>
              <a:rPr sz="1150" b="0">
                <a:solidFill>
                  <a:srgbClr val="232D3C"/>
                </a:solidFill>
                <a:latin typeface="Aptos"/>
              </a:rPr>
              <a:t>Store standard output, errors and execution history.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34340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343400"/>
            <a:ext cx="64008" cy="123444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480560"/>
            <a:ext cx="4937760" cy="274320"/>
          </a:xfrm>
          <a:prstGeom prst="rect">
            <a:avLst/>
          </a:prstGeom>
          <a:noFill/>
        </p:spPr>
        <p:txBody>
          <a:bodyPr wrap="square" lIns="27432" tIns="15087" rIns="27432" bIns="15087" anchor="ctr">
            <a:spAutoFit/>
          </a:bodyPr>
          <a:lstStyle/>
          <a:p>
            <a:r>
              <a:rPr sz="1350" b="1">
                <a:solidFill>
                  <a:srgbClr val="193052"/>
                </a:solidFill>
                <a:latin typeface="Aptos"/>
              </a:rPr>
              <a:t>Report 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46320"/>
            <a:ext cx="4937760" cy="658368"/>
          </a:xfrm>
          <a:prstGeom prst="rect">
            <a:avLst/>
          </a:prstGeom>
          <a:noFill/>
        </p:spPr>
        <p:txBody>
          <a:bodyPr wrap="square" lIns="54864" tIns="30175" rIns="54864" bIns="30175" anchor="t">
            <a:spAutoFit/>
          </a:bodyPr>
          <a:lstStyle/>
          <a:p>
            <a:r>
              <a:rPr sz="1150" b="0">
                <a:solidFill>
                  <a:srgbClr val="232D3C"/>
                </a:solidFill>
                <a:latin typeface="Aptos"/>
              </a:rPr>
              <a:t>Display task status, logs and summary information.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925312"/>
            <a:ext cx="10835640" cy="384048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6016752"/>
            <a:ext cx="10378440" cy="256032"/>
          </a:xfrm>
          <a:prstGeom prst="rect">
            <a:avLst/>
          </a:prstGeom>
          <a:noFill/>
        </p:spPr>
        <p:txBody>
          <a:bodyPr wrap="square" lIns="18288" tIns="10058" rIns="18288" bIns="10058" anchor="ctr">
            <a:spAutoFit/>
          </a:bodyPr>
          <a:lstStyle/>
          <a:p>
            <a:pPr algn="ctr"/>
            <a:r>
              <a:rPr sz="1050" b="1">
                <a:solidFill>
                  <a:srgbClr val="193052"/>
                </a:solidFill>
                <a:latin typeface="Aptos"/>
              </a:rPr>
              <a:t>Working flow: Define Task → Schedule → Execute → Monitor → Log →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Results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Sample automated task execution and performance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9" y="186555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537960" cy="4434840"/>
          </a:xfrm>
          <a:prstGeom prst="rect">
            <a:avLst/>
          </a:prstGeom>
          <a:solidFill>
            <a:srgbClr val="1E2228"/>
          </a:solidFill>
          <a:ln w="12700">
            <a:solidFill>
              <a:srgbClr val="37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63040"/>
            <a:ext cx="5989320" cy="274320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Aptos"/>
              </a:rPr>
              <a:t>TASK EXECUTION / AUTOMATION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Task: daily_backup.sh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Schedule: Every day at 02:00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68879"/>
            <a:ext cx="5806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74319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Execution Result: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1751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Status →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9183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Exit Code →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6615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Duration → 12.4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84047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Log → backup_2026-10-07.log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1479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Output → Backup completed successfully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89119"/>
            <a:ext cx="5806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66343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Tasks Completed: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937759"/>
            <a:ext cx="5806440" cy="246888"/>
          </a:xfrm>
          <a:prstGeom prst="rect">
            <a:avLst/>
          </a:prstGeom>
          <a:noFill/>
        </p:spPr>
        <p:txBody>
          <a:bodyPr wrap="square" lIns="36576" tIns="20116" rIns="36576" bIns="20116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Failures: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234440"/>
            <a:ext cx="397763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1234440"/>
            <a:ext cx="64008" cy="1920240"/>
          </a:xfrm>
          <a:prstGeom prst="rect">
            <a:avLst/>
          </a:prstGeom>
          <a:solidFill>
            <a:srgbClr val="2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1371600"/>
            <a:ext cx="3657599" cy="502920"/>
          </a:xfrm>
          <a:prstGeom prst="rect">
            <a:avLst/>
          </a:prstGeom>
          <a:noFill/>
        </p:spPr>
        <p:txBody>
          <a:bodyPr wrap="square" lIns="27432" tIns="15087" rIns="27432" bIns="15087" anchor="ctr">
            <a:spAutoFit/>
          </a:bodyPr>
          <a:lstStyle/>
          <a:p>
            <a:r>
              <a:rPr sz="1400" b="1">
                <a:solidFill>
                  <a:srgbClr val="193052"/>
                </a:solidFill>
                <a:latin typeface="Aptos"/>
              </a:rPr>
              <a:t>Performance 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1737360"/>
            <a:ext cx="3657599" cy="1417320"/>
          </a:xfrm>
          <a:prstGeom prst="rect">
            <a:avLst/>
          </a:prstGeom>
          <a:noFill/>
        </p:spPr>
        <p:txBody>
          <a:bodyPr wrap="square" lIns="54864" tIns="30175" rIns="54864" bIns="30175" anchor="t">
            <a:spAutoFit/>
          </a:bodyPr>
          <a:lstStyle/>
          <a:p>
            <a:r>
              <a:rPr sz="1150" b="0">
                <a:solidFill>
                  <a:srgbClr val="232D3C"/>
                </a:solidFill>
                <a:latin typeface="Aptos"/>
              </a:rPr>
              <a:t>Scheduled automation removes repeated manual execution. Runtime depends mainly on task complexity, command duration and system resources.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401568"/>
            <a:ext cx="397763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3401568"/>
            <a:ext cx="64008" cy="1920240"/>
          </a:xfrm>
          <a:prstGeom prst="rect">
            <a:avLst/>
          </a:prstGeom>
          <a:solidFill>
            <a:srgbClr val="30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3538728"/>
            <a:ext cx="3657599" cy="502920"/>
          </a:xfrm>
          <a:prstGeom prst="rect">
            <a:avLst/>
          </a:prstGeom>
          <a:noFill/>
        </p:spPr>
        <p:txBody>
          <a:bodyPr wrap="square" lIns="27432" tIns="15087" rIns="27432" bIns="15087" anchor="ctr">
            <a:spAutoFit/>
          </a:bodyPr>
          <a:lstStyle/>
          <a:p>
            <a:r>
              <a:rPr sz="1400" b="1">
                <a:solidFill>
                  <a:srgbClr val="193052"/>
                </a:solidFill>
                <a:latin typeface="Aptos"/>
              </a:rPr>
              <a:t>Output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904488"/>
            <a:ext cx="3657599" cy="1417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Execution results are organized by task and supported by logs and status information, making the platform suitable for monitoring and demonstration.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5577840"/>
            <a:ext cx="3703320" cy="347472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050" b="1">
                <a:solidFill>
                  <a:srgbClr val="5A646E"/>
                </a:solidFill>
                <a:latin typeface="Aptos"/>
              </a:rPr>
              <a:t>Replace the sample panel with your actual automation screenshot before final submission.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2700" b="1">
                <a:solidFill>
                  <a:srgbClr val="193052"/>
                </a:solidFill>
                <a:latin typeface="Aptos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8321040" cy="274320"/>
          </a:xfrm>
          <a:prstGeom prst="rect">
            <a:avLst/>
          </a:prstGeom>
          <a:noFill/>
        </p:spPr>
        <p:txBody>
          <a:bodyPr wrap="square" lIns="54864" tIns="35661" rIns="54864" bIns="35661" anchor="ctr">
            <a:spAutoFit/>
          </a:bodyPr>
          <a:lstStyle/>
          <a:p>
            <a:r>
              <a:rPr sz="1350">
                <a:solidFill>
                  <a:srgbClr val="232D3C"/>
                </a:solidFill>
                <a:latin typeface="Aptos"/>
              </a:rPr>
              <a:t>Representative automation test cases and expected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74320"/>
            <a:ext cx="1143000" cy="329184"/>
          </a:xfrm>
          <a:prstGeom prst="roundRect">
            <a:avLst/>
          </a:prstGeom>
          <a:solidFill>
            <a:srgbClr val="FAEDED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74352" y="338328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Screenshot 2026-09-23 14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003" y="233971"/>
            <a:ext cx="1097280" cy="51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73968" cy="109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1417320" cy="475488"/>
          </a:xfrm>
          <a:prstGeom prst="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362456"/>
            <a:ext cx="1271016" cy="18288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Test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234440"/>
            <a:ext cx="3657600" cy="475488"/>
          </a:xfrm>
          <a:prstGeom prst="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2" y="1362456"/>
            <a:ext cx="3511296" cy="18288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Input / Condition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234440"/>
            <a:ext cx="4160520" cy="475488"/>
          </a:xfrm>
          <a:prstGeom prst="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42432" y="1362456"/>
            <a:ext cx="4014215" cy="18288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1234440"/>
            <a:ext cx="1417320" cy="475488"/>
          </a:xfrm>
          <a:prstGeom prst="rect">
            <a:avLst/>
          </a:prstGeom>
          <a:solidFill>
            <a:srgbClr val="192D4B"/>
          </a:solidFill>
          <a:ln w="1270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2952" y="1362456"/>
            <a:ext cx="1271016" cy="182880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709928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1856232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TC-01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709928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84832" y="1856232"/>
            <a:ext cx="351129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Task command valid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7099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42432" y="1856232"/>
            <a:ext cx="4014215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Task starts and completes successfully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1709928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2952" y="1856232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423160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2569464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TC-02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423160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84832" y="2569464"/>
            <a:ext cx="351129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Recurring schedule configured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42316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42432" y="2569464"/>
            <a:ext cx="4014215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Task triggers at the configured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423160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02952" y="2569464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136392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3282696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TC-03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136392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84832" y="3282696"/>
            <a:ext cx="351129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Command failure simulation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313639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42432" y="3282696"/>
            <a:ext cx="4014215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Failure is captured in logs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3136392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02952" y="3282696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849624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995928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TC-04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3849624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84832" y="3995928"/>
            <a:ext cx="351129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Permission denied simulation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384962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42432" y="3995928"/>
            <a:ext cx="4014215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Error is reported without crashing the platform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800" y="3849624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902952" y="3995928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562856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709160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TC-05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4562856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084832" y="4709160"/>
            <a:ext cx="351129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Invalid or empty task input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456285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42432" y="4709160"/>
            <a:ext cx="4014215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Input is rejected with a clear validation message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9800" y="4562856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902952" y="4709160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5276088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" y="5422392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TC-06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5276088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84832" y="5422392"/>
            <a:ext cx="351129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Repeated scheduled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52760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42432" y="5422392"/>
            <a:ext cx="4014215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r>
              <a:rPr sz="1150">
                <a:solidFill>
                  <a:srgbClr val="232D3C"/>
                </a:solidFill>
                <a:latin typeface="Aptos"/>
              </a:rPr>
              <a:t>Each scheduled run is logged separately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9800" y="5276088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02952" y="5422392"/>
            <a:ext cx="1271016" cy="411480"/>
          </a:xfrm>
          <a:prstGeom prst="rect">
            <a:avLst/>
          </a:prstGeom>
          <a:noFill/>
        </p:spPr>
        <p:txBody>
          <a:bodyPr wrap="square" lIns="27432" tIns="17830" rIns="27432" bIns="17830" anchor="ctr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PASS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6144768"/>
            <a:ext cx="10515600" cy="256032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r>
              <a:rPr sz="1050">
                <a:solidFill>
                  <a:srgbClr val="5A646E"/>
                </a:solidFill>
                <a:latin typeface="Aptos"/>
              </a:rPr>
              <a:t>Note: Final status should be updated using the actual execution results from the implemented platform.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09960" y="660196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7141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B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30957"/>
            <a:ext cx="9144000" cy="578004"/>
          </a:xfrm>
          <a:prstGeom prst="rect">
            <a:avLst/>
          </a:prstGeom>
          <a:noFill/>
        </p:spPr>
        <p:txBody>
          <a:bodyPr wrap="square" lIns="18288" tIns="11887" rIns="18288" bIns="11887" anchor="ctr">
            <a:spAutoFit/>
          </a:bodyPr>
          <a:lstStyle/>
          <a:p>
            <a:pPr algn="ctr">
              <a:defRPr sz="4200" b="1">
                <a:solidFill>
                  <a:srgbClr val="1B3152"/>
                </a:solidFill>
              </a:defRPr>
            </a:pPr>
            <a:r>
              <a:rPr sz="3600" b="1" dirty="0">
                <a:solidFill>
                  <a:srgbClr val="193052"/>
                </a:solidFill>
                <a:latin typeface="Aptos"/>
              </a:rPr>
              <a:t>THANK YOU</a:t>
            </a:r>
            <a:r>
              <a:rPr lang="en-US" sz="3600" b="1" dirty="0">
                <a:solidFill>
                  <a:srgbClr val="193052"/>
                </a:solidFill>
                <a:latin typeface="Aptos"/>
              </a:rPr>
              <a:t>!!!!</a:t>
            </a:r>
            <a:endParaRPr sz="3600" b="1" dirty="0">
              <a:solidFill>
                <a:srgbClr val="19305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1200" y="3328416"/>
            <a:ext cx="8229600" cy="1005840"/>
          </a:xfrm>
          <a:prstGeom prst="rect">
            <a:avLst/>
          </a:prstGeom>
          <a:noFill/>
        </p:spPr>
        <p:txBody>
          <a:bodyPr wrap="square" lIns="18288" tIns="10058" rIns="18288" bIns="10058" anchor="ctr">
            <a:spAutoFit/>
          </a:bodyPr>
          <a:lstStyle/>
          <a:p>
            <a:pPr algn="ctr">
              <a:defRPr sz="2400" b="1">
                <a:solidFill>
                  <a:srgbClr val="1B3152"/>
                </a:solidFill>
              </a:defRPr>
            </a:pPr>
            <a:r>
              <a:rPr sz="1400" b="0" dirty="0">
                <a:solidFill>
                  <a:srgbClr val="5A646E"/>
                </a:solidFill>
                <a:latin typeface="Aptos"/>
              </a:rPr>
              <a:t>Linux Task – Automation Platform</a:t>
            </a:r>
          </a:p>
          <a:p>
            <a:pPr algn="ctr">
              <a:defRPr sz="1700">
                <a:solidFill>
                  <a:srgbClr val="505050"/>
                </a:solidFill>
              </a:defRPr>
            </a:pPr>
            <a:r>
              <a:rPr sz="1400" b="0" dirty="0">
                <a:solidFill>
                  <a:srgbClr val="5A646E"/>
                </a:solidFill>
                <a:latin typeface="Aptos"/>
              </a:rPr>
              <a:t>Deekshitha • </a:t>
            </a:r>
            <a:r>
              <a:rPr sz="1400" b="0" dirty="0" err="1">
                <a:solidFill>
                  <a:srgbClr val="5A646E"/>
                </a:solidFill>
                <a:latin typeface="Aptos"/>
              </a:rPr>
              <a:t>SravanaLakshmi</a:t>
            </a:r>
            <a:r>
              <a:rPr sz="1400" b="0" dirty="0">
                <a:solidFill>
                  <a:srgbClr val="5A646E"/>
                </a:solidFill>
                <a:latin typeface="Aptos"/>
              </a:rPr>
              <a:t> • Arshitha • Tanu Sri</a:t>
            </a:r>
          </a:p>
          <a:p>
            <a:pPr algn="ctr">
              <a:defRPr sz="1700">
                <a:solidFill>
                  <a:srgbClr val="505050"/>
                </a:solidFill>
              </a:defRPr>
            </a:pPr>
            <a:r>
              <a:rPr sz="1400" b="0" dirty="0">
                <a:solidFill>
                  <a:srgbClr val="5A646E"/>
                </a:solidFill>
                <a:latin typeface="Aptos"/>
              </a:rPr>
              <a:t>Faculty: Kalpana | KL Deemed to be University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992" y="9462"/>
            <a:ext cx="1143000" cy="5303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629400"/>
            <a:ext cx="10058400" cy="18288"/>
          </a:xfrm>
          <a:prstGeom prst="rect">
            <a:avLst/>
          </a:prstGeom>
          <a:solidFill>
            <a:srgbClr val="D2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12680" y="656539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0040"/>
            <a:ext cx="10972800" cy="594360"/>
          </a:xfrm>
        </p:spPr>
        <p:txBody>
          <a:bodyPr/>
          <a:lstStyle/>
          <a:p>
            <a:pPr algn="ctr">
              <a:defRPr sz="2800" b="1"/>
            </a:pPr>
            <a:r>
              <a:t>Week-wise Project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356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418320"/>
              </a:tblGrid>
              <a:tr h="473825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Work Completed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Project setup, Linux environment, Git repository and Makefile.</a:t>
                      </a:r>
                    </a:p>
                  </a:txBody>
                  <a:tcPr anchor="ctr"/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Dynamic command input with malloc(), realloc() and free().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Command parsing using strtok() and dynamic argv[] construction.</a:t>
                      </a:r>
                    </a:p>
                  </a:txBody>
                  <a:tcPr anchor="ctr"/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4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Process creation and execution using fork(), execvp() and waitpid().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Built-in commands such as cd, pwd, help, clear, exit and env.</a:t>
                      </a:r>
                    </a:p>
                  </a:txBody>
                  <a:tcPr anchor="ctr"/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6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Signal handling with SIGINT/SIGCHLD and zombie cleanup.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Anonymous pipes, pipe(), dup2() and two-command pipelines.</a:t>
                      </a:r>
                    </a:p>
                  </a:txBody>
                  <a:tcPr anchor="ctr"/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8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Memory debugging with Valgrind, GDB and AddressSanitizer.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I/O redirection using &gt;, &lt;, &gt;&gt;, 2&gt; with open(), close() and dup2().</a:t>
                      </a:r>
                    </a:p>
                  </a:txBody>
                  <a:tcPr anchor="ctr"/>
                </a:tc>
              </a:tr>
              <a:tr h="47383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Week 10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/>
                      </a:pPr>
                      <a:r>
                        <a:t>POSIX threads, background monitoring, pthread_join() and mutex synchronization.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473952"/>
            <a:ext cx="10607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i="1"/>
            </a:pPr>
            <a:r>
              <a:t>Source: LinuxTaskAutomation GitHub repository — Weeks 1–10 implementation summary.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1163</Words>
  <Application>Microsoft Office PowerPoint</Application>
  <PresentationFormat>Widescreen</PresentationFormat>
  <Paragraphs>217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Gannoji_Arshitha</dc:creator>
  <cp:keywords/>
  <dc:description>generated using python-pptx</dc:description>
  <cp:lastModifiedBy>Arshitha Gannoji</cp:lastModifiedBy>
  <cp:revision>3</cp:revision>
  <dcterms:created xsi:type="dcterms:W3CDTF">2013-01-27T09:14:16Z</dcterms:created>
  <dcterms:modified xsi:type="dcterms:W3CDTF">2026-10-07T14:13:42Z</dcterms:modified>
  <cp:category/>
</cp:coreProperties>
</file>