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63054"/>
                </a:solidFill>
              </a:rPr>
              <a:t>LINUX TASK AUTOMATION PLATFORM</a:t>
            </a:r>
          </a:p>
          <a:p>
            <a:pPr algn="ctr"/>
            <a:r>
              <a:rPr sz="2100">
                <a:solidFill>
                  <a:srgbClr val="2A6FAF"/>
                </a:solidFill>
              </a:rPr>
              <a:t>Operating Systems &amp; Systems Programming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743200"/>
            <a:ext cx="8503920" cy="2375392"/>
          </a:xfrm>
          <a:prstGeom prst="roundRect">
            <a:avLst/>
          </a:prstGeom>
          <a:solidFill>
            <a:srgbClr val="1E2226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00299" y="2764101"/>
            <a:ext cx="6810103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Team Members: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                       I.Tanusri-2510080020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                               M.Deekshitha-2510080059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                         G.Arshitha-2510080063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                                       </a:t>
            </a:r>
            <a:r>
              <a:rPr lang="en-IN" dirty="0" err="1">
                <a:solidFill>
                  <a:schemeClr val="bg1"/>
                </a:solidFill>
              </a:rPr>
              <a:t>S.Sravana</a:t>
            </a:r>
            <a:r>
              <a:rPr lang="en-IN" dirty="0">
                <a:solidFill>
                  <a:schemeClr val="bg1"/>
                </a:solidFill>
              </a:rPr>
              <a:t> Lakshmi-2510080065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                                 </a:t>
            </a:r>
            <a:r>
              <a:rPr lang="en-IN" sz="2000" dirty="0">
                <a:solidFill>
                  <a:schemeClr val="bg1"/>
                </a:solidFill>
              </a:rPr>
              <a:t>Under the Guidance of </a:t>
            </a:r>
            <a:r>
              <a:rPr lang="en-IN" sz="2000" dirty="0" err="1">
                <a:solidFill>
                  <a:schemeClr val="bg1"/>
                </a:solidFill>
              </a:rPr>
              <a:t>Dr.P.Kalpana</a:t>
            </a:r>
            <a:endParaRPr lang="en-IN" sz="20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530352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164592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18871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4591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Common Linux operations can involve repeated manual steps. This project provides a simple command-line interface for handling frequently used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30352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73152" cy="164592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18871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A modular C program accepts input, parses commands, handles built-in operations and executes external Linux programs.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530352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73152" cy="1417320"/>
          </a:xfrm>
          <a:prstGeom prst="rect">
            <a:avLst/>
          </a:prstGeom>
          <a:solidFill>
            <a:srgbClr val="D2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1089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Main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C, GCC, Linux/POSIX system calls, Makefile, Ubuntu/Linux environment and Git/GitHub.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71800"/>
            <a:ext cx="530352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971800"/>
            <a:ext cx="73152" cy="141732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1089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Implemented Learning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661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Dynamic memory, command parsing, process creation, program execution, synchronization, built-in commands and environment variables.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800600"/>
            <a:ext cx="61264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17520" y="4800600"/>
            <a:ext cx="73152" cy="960120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4937760"/>
            <a:ext cx="5715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4700" y="5394960"/>
            <a:ext cx="5715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232A32"/>
                </a:solidFill>
              </a:rPr>
              <a:t>https://github.com/mangalideekshitha-maker/LinuxTaskAutomation</a:t>
            </a:r>
            <a:endParaRPr sz="1400" dirty="0">
              <a:solidFill>
                <a:srgbClr val="232A3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1945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Makes the Approach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Combines shell-like command processing with task-automation features in one C project.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Separates input, parsing, process execution and built-in commands into modules.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Uses dynamic memory with malloc(), realloc() and free() instead of relying on a fixed command buffer.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Handles built-in commands inside the platform while external commands follow the process-control path.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Demonstrates Operating Systems concepts directly through Linux/POSIX interfaces.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" y="4311396"/>
            <a:ext cx="9418320" cy="658368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6241" y="4311396"/>
            <a:ext cx="73152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820" y="4416334"/>
            <a:ext cx="9006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Command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393" y="5176286"/>
            <a:ext cx="9006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232A32"/>
                </a:solidFill>
              </a:rPr>
              <a:t>Input → Parse → Built-in check → Parent execution OR fork/</a:t>
            </a:r>
            <a:r>
              <a:rPr dirty="0" err="1">
                <a:solidFill>
                  <a:srgbClr val="232A32"/>
                </a:solidFill>
              </a:rPr>
              <a:t>execvp</a:t>
            </a:r>
            <a:r>
              <a:rPr dirty="0">
                <a:solidFill>
                  <a:srgbClr val="232A32"/>
                </a:solidFill>
              </a:rPr>
              <a:t> → </a:t>
            </a:r>
            <a:r>
              <a:rPr dirty="0" err="1">
                <a:solidFill>
                  <a:srgbClr val="232A32"/>
                </a:solidFill>
              </a:rPr>
              <a:t>waitpid</a:t>
            </a:r>
            <a:endParaRPr dirty="0">
              <a:solidFill>
                <a:srgbClr val="232A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Flexible and Extendable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530352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164592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18871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Modular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1781"/>
            <a:ext cx="4892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232A32"/>
                </a:solidFill>
              </a:rPr>
              <a:t>New functionality can be added as separate source/header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30352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73152" cy="164592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18871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Command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232A32"/>
                </a:solidFill>
              </a:rPr>
              <a:t>The parser produces </a:t>
            </a:r>
            <a:r>
              <a:rPr dirty="0" err="1">
                <a:solidFill>
                  <a:srgbClr val="232A32"/>
                </a:solidFill>
              </a:rPr>
              <a:t>argv</a:t>
            </a:r>
            <a:r>
              <a:rPr dirty="0">
                <a:solidFill>
                  <a:srgbClr val="232A32"/>
                </a:solidFill>
              </a:rPr>
              <a:t>-style tokens, allowing additional Linux commands to be passed to </a:t>
            </a:r>
            <a:r>
              <a:rPr dirty="0" err="1">
                <a:solidFill>
                  <a:srgbClr val="232A32"/>
                </a:solidFill>
              </a:rPr>
              <a:t>execvp</a:t>
            </a:r>
            <a:r>
              <a:rPr dirty="0">
                <a:solidFill>
                  <a:srgbClr val="232A32"/>
                </a:solidFill>
              </a:rPr>
              <a:t>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530352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73152" cy="1645920"/>
          </a:xfrm>
          <a:prstGeom prst="rect">
            <a:avLst/>
          </a:prstGeom>
          <a:solidFill>
            <a:srgbClr val="D2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1089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Existing Features Preserved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4892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list command continues to provide quick access to commonly used Linux commands, while additional features expand the platform's capabilities.</a:t>
            </a:r>
            <a:endParaRPr sz="1600" dirty="0">
              <a:solidFill>
                <a:srgbClr val="232A3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2971800"/>
            <a:ext cx="5303520" cy="16459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971800"/>
            <a:ext cx="73152" cy="164592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1089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Environment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661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232A32"/>
                </a:solidFill>
              </a:rPr>
              <a:t>getenv</a:t>
            </a:r>
            <a:r>
              <a:rPr dirty="0">
                <a:solidFill>
                  <a:srgbClr val="232A32"/>
                </a:solidFill>
              </a:rPr>
              <a:t>() reads HOME, USER and PATH, allowing the program to work with the current Linux environment.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4983480"/>
            <a:ext cx="6263640" cy="1138646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71800" y="4999373"/>
            <a:ext cx="202474" cy="1138646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120640"/>
            <a:ext cx="5852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Simple Build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7337" y="5431537"/>
            <a:ext cx="58521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A32"/>
                </a:solidFill>
              </a:rPr>
              <a:t>make • make run • make clean provide a repeatable way to compile, run and clean the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How the System Was Built and 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196596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41732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read_line()
Dynamic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143000"/>
            <a:ext cx="196596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1143000"/>
            <a:ext cx="73152" cy="141732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12801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1737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parse_line()
strtok()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1143000"/>
            <a:ext cx="196596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02936" y="1143000"/>
            <a:ext cx="73152" cy="1417320"/>
          </a:xfrm>
          <a:prstGeom prst="rect">
            <a:avLst/>
          </a:prstGeom>
          <a:solidFill>
            <a:srgbClr val="D2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12801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Built-ins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1737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execute_builtin()
Parent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4" y="1143000"/>
            <a:ext cx="196596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07224" y="1143000"/>
            <a:ext cx="73152" cy="1417320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35824" y="12801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External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737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fork() + execvp()
Child process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2" y="1143000"/>
            <a:ext cx="196596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11512" y="1143000"/>
            <a:ext cx="73152" cy="141732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40112" y="12801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1737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waitpid()
Parent waits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154680"/>
            <a:ext cx="1051560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• Build check: make clean → make → make run.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• Functional commands tested: </a:t>
            </a:r>
            <a:r>
              <a:rPr dirty="0" err="1"/>
              <a:t>pwd</a:t>
            </a:r>
            <a:r>
              <a:rPr dirty="0"/>
              <a:t>, cd, help, env, list, clear, exit and external ls.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• Built-in commands return control to the platform without creating an external command process.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• External commands continue to use the</a:t>
            </a:r>
            <a:r>
              <a:rPr lang="en-IN" dirty="0"/>
              <a:t> </a:t>
            </a:r>
            <a:r>
              <a:rPr dirty="0"/>
              <a:t>fork(), </a:t>
            </a:r>
            <a:r>
              <a:rPr dirty="0" err="1"/>
              <a:t>execvp</a:t>
            </a:r>
            <a:r>
              <a:rPr dirty="0"/>
              <a:t>() and </a:t>
            </a:r>
            <a:r>
              <a:rPr dirty="0" err="1"/>
              <a:t>waitpid</a:t>
            </a:r>
            <a:r>
              <a:rPr dirty="0"/>
              <a:t>() implementation.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• Git workflow used to track and publish the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Sharing, Documentation and Ease of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530352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160020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18871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GitHub-Based Sharing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45919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project source is maintained in a GitHub repository so the implementation can be reviewed and demonstrated.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30352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73152" cy="160020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18871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Clear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489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A32"/>
                </a:solidFill>
              </a:rPr>
              <a:t>README.md records project information and features, while the source tree separates modules by responsibility.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30352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73152" cy="1600200"/>
          </a:xfrm>
          <a:prstGeom prst="rect">
            <a:avLst/>
          </a:prstGeom>
          <a:solidFill>
            <a:srgbClr val="D2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632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Reproducible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A Linux user can build and run the project using the standard Makefile commands.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303520" cy="160020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73152" cy="160020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Beginner-Friendly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2044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Commands such as help, pwd, cd and env provide familiar terminal interactions and make the functionality easy to demonstrate.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Practical Working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63054"/>
                </a:solidFill>
              </a:rPr>
              <a:t>Command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623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User enters a Linux command at the task&gt; prompt.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read_line() accepts the command using dynamic memory.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parse_line() separates the command into argv-style tokens using strtok().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execute_builtin() checks commands such as cd, pwd, help, clear, exit and env.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If the command is external, the program uses fork(), execvp() and waitpid().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005840"/>
            <a:ext cx="4800600" cy="2057400"/>
          </a:xfrm>
          <a:prstGeom prst="roundRect">
            <a:avLst/>
          </a:prstGeom>
          <a:solidFill>
            <a:srgbClr val="F6F9FC"/>
          </a:solidFill>
          <a:ln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1005840"/>
            <a:ext cx="73152" cy="205740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20700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Built-in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719072"/>
            <a:ext cx="4160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A32"/>
                </a:solidFill>
                <a:latin typeface="Consolas"/>
              </a:rPr>
              <a:t>cd    pwd    help    clear
exit    env   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337560"/>
            <a:ext cx="4800600" cy="1417320"/>
          </a:xfrm>
          <a:prstGeom prst="roundRect">
            <a:avLst/>
          </a:prstGeom>
          <a:solidFill>
            <a:srgbClr val="F6F9FC"/>
          </a:solidFill>
          <a:ln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3337560"/>
            <a:ext cx="73152" cy="141732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3547872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External Command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041648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32A32"/>
                </a:solidFill>
                <a:latin typeface="Consolas"/>
              </a:rPr>
              <a:t>fork() → execvp() → waitpid()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074920"/>
            <a:ext cx="10058400" cy="960120"/>
          </a:xfrm>
          <a:prstGeom prst="roundRect">
            <a:avLst/>
          </a:prstGeom>
          <a:solidFill>
            <a:srgbClr val="E5F1FA"/>
          </a:solidFill>
          <a:ln>
            <a:solidFill>
              <a:srgbClr val="2A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523951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054"/>
                </a:solidFill>
              </a:rPr>
              <a:t>Environment &amp; Build:  getenv(HOME, USER, PATH)   •   make   •   make run   •   make clean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9672"/>
            <a:ext cx="11338560" cy="18288"/>
          </a:xfrm>
          <a:prstGeom prst="rect">
            <a:avLst/>
          </a:prstGeom>
          <a:solidFill>
            <a:srgbClr val="E5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574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03520" cy="169164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1691640"/>
          </a:xfrm>
          <a:prstGeom prst="rect">
            <a:avLst/>
          </a:prstGeom>
          <a:solidFill>
            <a:srgbClr val="2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Technical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project connects C programming with practical Linux process and system-call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69164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691640"/>
          </a:xfrm>
          <a:prstGeom prst="rect">
            <a:avLst/>
          </a:prstGeom>
          <a:solidFill>
            <a:srgbClr val="2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Incremental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New features are added step by step to improve the platform.</a:t>
            </a:r>
            <a:br>
              <a:rPr lang="en-US" sz="1400" dirty="0"/>
            </a:br>
            <a:r>
              <a:rPr lang="en-US" sz="1400" dirty="0"/>
              <a:t>This approach makes the system easier to expand, maintain, and enhance with additional Linux tasks</a:t>
            </a:r>
            <a:r>
              <a:rPr lang="en-US" sz="1400" b="1" dirty="0"/>
              <a:t>.</a:t>
            </a:r>
            <a:endParaRPr sz="1400" dirty="0">
              <a:solidFill>
                <a:srgbClr val="232A32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303520" cy="169164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D2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Demonstrable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4904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implemented commands and external command execution were tested directly in the Ubuntu terminal.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303520" cy="1691640"/>
          </a:xfrm>
          <a:prstGeom prst="roundRect">
            <a:avLst/>
          </a:prstGeom>
          <a:solidFill>
            <a:srgbClr val="F6F9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16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3054"/>
                </a:solidFill>
              </a:rPr>
              <a:t>Project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49040"/>
            <a:ext cx="489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A32"/>
                </a:solidFill>
              </a:rPr>
              <a:t>Source code and documentation are maintained through GitHub for sharing and future extension.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E4A87B-6064-306A-694C-746E2F80BAD2}"/>
              </a:ext>
            </a:extLst>
          </p:cNvPr>
          <p:cNvSpPr txBox="1"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85BB07-D2AE-9C60-88F3-F0CD6AFE07D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tx2"/>
                </a:solidFill>
              </a:rPr>
              <a:t>Thank You</a:t>
            </a:r>
            <a:endParaRPr sz="6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75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774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Mangali Vineeth</cp:lastModifiedBy>
  <cp:revision>4</cp:revision>
  <dcterms:created xsi:type="dcterms:W3CDTF">2013-01-27T09:14:16Z</dcterms:created>
  <dcterms:modified xsi:type="dcterms:W3CDTF">2026-09-17T04:14:15Z</dcterms:modified>
  <cp:category/>
</cp:coreProperties>
</file>