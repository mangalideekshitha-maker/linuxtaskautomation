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LINUX TASK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6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sz="4000" b="1" dirty="0"/>
              <a:t>Review – 2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sz="3200" dirty="0"/>
              <a:t>Operating Systems &amp; Systems Programming Project</a:t>
            </a:r>
            <a:endParaRPr lang="en-IN" sz="3200" dirty="0"/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lang="en-IN" sz="3200" dirty="0"/>
              <a:t>Presented by: Deekshitha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lang="en-IN" sz="3200" dirty="0"/>
              <a:t>                          Arshitha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lang="en-IN" sz="3200" dirty="0"/>
              <a:t>                          Sravana Lakshmi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lang="en-IN" sz="3200" dirty="0"/>
              <a:t>                          Tanusri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 sz="3200" dirty="0"/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rPr sz="3200" dirty="0"/>
              <a:t>Project Repository:</a:t>
            </a:r>
            <a:r>
              <a:rPr lang="en-IN" sz="3200" dirty="0"/>
              <a:t> https://github.com/mangalideekshitha-maker/LinuxTaskAutomation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Linux users often execute different commands for routine tasks.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Repetitive operations can be time-consuming and difficult for beginners.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Automate frequently used Linux tasks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Provide a simple interactive command-line interface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Reduce repetitive command execution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Monitor basic system resources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Understand Linux system programming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PROPOSED SYSTEM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Proposed System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Linux Task Automation Platform provides a single command-line interface through which users can select and execute commonly required Linux operations.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Key Features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Interactive task execution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File listing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Current directory information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Date &amp; time display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Memory usage monitoring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Disk usage monitoring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Linux command automation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Working Flow: User → CLI → Select Task → Linux Operation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SYSTEM ARCHITECTURE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USER → Command Line Interface → Task Selection → Task Processing → Linux System → Output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Technologies Used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Linux — Execution environment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C/C++ — Core implementation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Linux Commands/System APIs — System operations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Makefile — Build automation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Git &amp; GitHub —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IMPLEMENTATION &amp;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Build &amp; Execute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make        → Builds the project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make run    → Starts the application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make clean  → Removes generated build files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Demonstration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File Listing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Current Directory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Date &amp; Time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Memory Usage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Disk Usage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Expected Outcome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selected task is processed automatically and the result is displayed directly in the terminal.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RESULTS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Results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Developed an interactive Linux task automation platform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Automated commonly used Linux operations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Implemented system information monitoring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Simplified execution through a single interface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Used Makefile for efficient project building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✓ Managed the project using GitHub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 b="1">
                <a:solidFill>
                  <a:srgbClr val="192D4B"/>
                </a:solidFill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CPU usage monitoring  • Process management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File operations       • Log monitoring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r>
              <a:t>• Scheduled tasks       • System health reports</a:t>
            </a:r>
          </a:p>
          <a:p>
            <a:pPr>
              <a:spcAft>
                <a:spcPts val="800"/>
              </a:spcAft>
              <a:defRPr sz="2000">
                <a:solidFill>
                  <a:srgbClr val="232A34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Conclusion: The project demonstrates practical Linux, system programming and automation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B446E9-A050-786E-2765-49FB2A59E537}"/>
              </a:ext>
            </a:extLst>
          </p:cNvPr>
          <p:cNvSpPr txBox="1"/>
          <p:nvPr/>
        </p:nvSpPr>
        <p:spPr>
          <a:xfrm>
            <a:off x="3867505" y="2654489"/>
            <a:ext cx="44569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073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372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Mangali Vineeth</cp:lastModifiedBy>
  <cp:revision>2</cp:revision>
  <dcterms:created xsi:type="dcterms:W3CDTF">2013-01-27T09:14:16Z</dcterms:created>
  <dcterms:modified xsi:type="dcterms:W3CDTF">2026-08-17T07:25:58Z</dcterms:modified>
  <cp:category/>
</cp:coreProperties>
</file>